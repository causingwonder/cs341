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314" r:id="rId2"/>
    <p:sldId id="609" r:id="rId3"/>
    <p:sldId id="610" r:id="rId4"/>
    <p:sldId id="611" r:id="rId5"/>
    <p:sldId id="612" r:id="rId6"/>
    <p:sldId id="613" r:id="rId7"/>
    <p:sldId id="614" r:id="rId8"/>
    <p:sldId id="615" r:id="rId9"/>
    <p:sldId id="616" r:id="rId10"/>
    <p:sldId id="617" r:id="rId11"/>
    <p:sldId id="608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660"/>
  </p:normalViewPr>
  <p:slideViewPr>
    <p:cSldViewPr>
      <p:cViewPr varScale="1">
        <p:scale>
          <a:sx n="79" d="100"/>
          <a:sy n="79" d="100"/>
        </p:scale>
        <p:origin x="1464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DA500-0D83-4472-8117-89698D861692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50DD3-B5D8-4C49-8686-233E18939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0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1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66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30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0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5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46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0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7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86DDC-0F8A-4B0B-AEF9-E2022025D4D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30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184648"/>
            <a:ext cx="8077200" cy="1673352"/>
          </a:xfrm>
        </p:spPr>
        <p:txBody>
          <a:bodyPr anchor="ctr"/>
          <a:lstStyle/>
          <a:p>
            <a:pPr algn="ctr"/>
            <a:r>
              <a:rPr lang="en-US" dirty="0"/>
              <a:t>Lecture – 10/20/2025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10584"/>
            <a:ext cx="8458200" cy="149961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CS 341 – Advanced Data Structures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28600"/>
            <a:ext cx="3810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568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Midterm Exam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424085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 #4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Canvas</a:t>
            </a:r>
          </a:p>
        </p:txBody>
      </p:sp>
    </p:spTree>
    <p:extLst>
      <p:ext uri="{BB962C8B-B14F-4D97-AF65-F5344CB8AC3E}">
        <p14:creationId xmlns:p14="http://schemas.microsoft.com/office/powerpoint/2010/main" val="2886864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#4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Hop Dawg</a:t>
            </a:r>
          </a:p>
          <a:p>
            <a:pPr lvl="2"/>
            <a:r>
              <a:rPr lang="en-US" dirty="0"/>
              <a:t>Lists/Linked Lists/Doubly Linked List</a:t>
            </a:r>
          </a:p>
          <a:p>
            <a:pPr marL="914400" lvl="2" indent="0">
              <a:buNone/>
            </a:pPr>
            <a:endParaRPr lang="en-US" dirty="0"/>
          </a:p>
          <a:p>
            <a:r>
              <a:rPr lang="en-US" dirty="0"/>
              <a:t>Linked List</a:t>
            </a:r>
          </a:p>
          <a:p>
            <a:pPr lvl="1"/>
            <a:r>
              <a:rPr lang="en-US" dirty="0"/>
              <a:t>Insertions</a:t>
            </a:r>
          </a:p>
          <a:p>
            <a:pPr lvl="1"/>
            <a:r>
              <a:rPr lang="en-US" dirty="0"/>
              <a:t>Deletions</a:t>
            </a:r>
          </a:p>
          <a:p>
            <a:pPr lvl="1"/>
            <a:r>
              <a:rPr lang="en-US" dirty="0"/>
              <a:t>Searches</a:t>
            </a:r>
          </a:p>
          <a:p>
            <a:pPr lvl="1"/>
            <a:endParaRPr lang="en-US" dirty="0"/>
          </a:p>
          <a:p>
            <a:r>
              <a:rPr lang="en-US" dirty="0"/>
              <a:t>Due Date:</a:t>
            </a:r>
          </a:p>
          <a:p>
            <a:pPr lvl="1"/>
            <a:r>
              <a:rPr lang="en-US" dirty="0"/>
              <a:t>11/3/2025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414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Link-Based Implementations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4</a:t>
            </a:r>
          </a:p>
        </p:txBody>
      </p:sp>
    </p:spTree>
    <p:extLst>
      <p:ext uri="{BB962C8B-B14F-4D97-AF65-F5344CB8AC3E}">
        <p14:creationId xmlns:p14="http://schemas.microsoft.com/office/powerpoint/2010/main" val="1698436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Link-Based 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Link-Based Data Structure</a:t>
            </a:r>
          </a:p>
          <a:p>
            <a:pPr lvl="1"/>
            <a:r>
              <a:rPr lang="en-US" dirty="0"/>
              <a:t>Linked List</a:t>
            </a:r>
          </a:p>
          <a:p>
            <a:pPr lvl="1"/>
            <a:r>
              <a:rPr lang="en-US" dirty="0"/>
              <a:t>Trees</a:t>
            </a:r>
          </a:p>
          <a:p>
            <a:pPr lvl="1"/>
            <a:endParaRPr lang="en-US" dirty="0"/>
          </a:p>
          <a:p>
            <a:r>
              <a:rPr lang="en-US" dirty="0"/>
              <a:t>Pointers	</a:t>
            </a:r>
          </a:p>
          <a:p>
            <a:pPr lvl="1"/>
            <a:r>
              <a:rPr lang="en-US" dirty="0"/>
              <a:t>C++ Pointer Review</a:t>
            </a:r>
          </a:p>
          <a:p>
            <a:pPr lvl="1"/>
            <a:endParaRPr lang="en-US" dirty="0"/>
          </a:p>
          <a:p>
            <a:r>
              <a:rPr lang="en-US" dirty="0"/>
              <a:t>Nodes</a:t>
            </a:r>
          </a:p>
        </p:txBody>
      </p:sp>
    </p:spTree>
    <p:extLst>
      <p:ext uri="{BB962C8B-B14F-4D97-AF65-F5344CB8AC3E}">
        <p14:creationId xmlns:p14="http://schemas.microsoft.com/office/powerpoint/2010/main" val="1627847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Link-Based 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Nodes</a:t>
            </a:r>
          </a:p>
          <a:p>
            <a:pPr lvl="1"/>
            <a:r>
              <a:rPr lang="en-US" dirty="0"/>
              <a:t>Storage units linked together into a “chain” structure.</a:t>
            </a:r>
          </a:p>
          <a:p>
            <a:pPr lvl="2"/>
            <a:r>
              <a:rPr lang="en-US" dirty="0"/>
              <a:t>How we can model trees in Computer Science.</a:t>
            </a:r>
          </a:p>
          <a:p>
            <a:pPr lvl="2"/>
            <a:endParaRPr lang="en-US" dirty="0"/>
          </a:p>
          <a:p>
            <a:r>
              <a:rPr lang="en-US" dirty="0"/>
              <a:t>Train Analogy</a:t>
            </a:r>
          </a:p>
          <a:p>
            <a:pPr lvl="1"/>
            <a:r>
              <a:rPr lang="en-US" dirty="0"/>
              <a:t>Link to a reference</a:t>
            </a:r>
          </a:p>
          <a:p>
            <a:pPr lvl="1"/>
            <a:endParaRPr lang="en-US" dirty="0"/>
          </a:p>
          <a:p>
            <a:r>
              <a:rPr lang="en-US" dirty="0"/>
              <a:t>Two Key Pieces</a:t>
            </a:r>
          </a:p>
          <a:p>
            <a:pPr lvl="1"/>
            <a:r>
              <a:rPr lang="en-US" dirty="0"/>
              <a:t>Data</a:t>
            </a:r>
          </a:p>
          <a:p>
            <a:pPr lvl="1"/>
            <a:r>
              <a:rPr lang="en-US" dirty="0"/>
              <a:t>Link</a:t>
            </a:r>
          </a:p>
        </p:txBody>
      </p:sp>
    </p:spTree>
    <p:extLst>
      <p:ext uri="{BB962C8B-B14F-4D97-AF65-F5344CB8AC3E}">
        <p14:creationId xmlns:p14="http://schemas.microsoft.com/office/powerpoint/2010/main" val="200441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Link-Based 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Creation of our Node</a:t>
            </a:r>
          </a:p>
          <a:p>
            <a:pPr lvl="1"/>
            <a:r>
              <a:rPr lang="en-US" dirty="0"/>
              <a:t>We need to view the Node as a Class.</a:t>
            </a:r>
          </a:p>
          <a:p>
            <a:pPr lvl="1"/>
            <a:endParaRPr lang="en-US" dirty="0"/>
          </a:p>
          <a:p>
            <a:r>
              <a:rPr lang="en-US" i="1" dirty="0"/>
              <a:t>What methods do we need to define on our Node Class?</a:t>
            </a:r>
          </a:p>
          <a:p>
            <a:endParaRPr lang="en-US" dirty="0"/>
          </a:p>
          <a:p>
            <a:r>
              <a:rPr lang="en-US" i="1" dirty="0"/>
              <a:t>What properties/attributes should we define on our Node Class?</a:t>
            </a:r>
          </a:p>
        </p:txBody>
      </p:sp>
    </p:spTree>
    <p:extLst>
      <p:ext uri="{BB962C8B-B14F-4D97-AF65-F5344CB8AC3E}">
        <p14:creationId xmlns:p14="http://schemas.microsoft.com/office/powerpoint/2010/main" val="4294965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Link-Based 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Let’s give our Node two methods: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2"/>
            <a:r>
              <a:rPr lang="en-US" dirty="0"/>
              <a:t>This will return the value of the data held in the node.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getNext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2"/>
            <a:r>
              <a:rPr lang="en-US" dirty="0"/>
              <a:t>This will return a pointer to the next Node in the “chain.”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getPrev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2"/>
            <a:r>
              <a:rPr lang="en-US" dirty="0"/>
              <a:t>This will return a pointer to the previous Node in the “chain.”</a:t>
            </a:r>
          </a:p>
          <a:p>
            <a:r>
              <a:rPr lang="en-US" dirty="0"/>
              <a:t>As a result, let’s define the following properties: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data_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nextNode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prevNode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656963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Link-Based 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begin, here we assume that we have a pointer that will always point to the “head” of the “chain.”</a:t>
            </a:r>
          </a:p>
          <a:p>
            <a:endParaRPr lang="en-US" dirty="0"/>
          </a:p>
          <a:p>
            <a:r>
              <a:rPr lang="en-US" dirty="0"/>
              <a:t>We will also assume that the last node in the “chain” is pointing to the null pointer to indicate the presence that no additional nodes will come after.</a:t>
            </a:r>
          </a:p>
        </p:txBody>
      </p:sp>
    </p:spTree>
    <p:extLst>
      <p:ext uri="{BB962C8B-B14F-4D97-AF65-F5344CB8AC3E}">
        <p14:creationId xmlns:p14="http://schemas.microsoft.com/office/powerpoint/2010/main" val="924665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5C009-B189-4362-B3B7-7EA766D0D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42118"/>
            <a:ext cx="8229600" cy="5973763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496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824662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263</Words>
  <Application>Microsoft Office PowerPoint</Application>
  <PresentationFormat>On-screen Show (4:3)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Lecture – 10/20/2025</vt:lpstr>
      <vt:lpstr>Midterm Exam</vt:lpstr>
      <vt:lpstr>Assignment #4</vt:lpstr>
      <vt:lpstr>Assignment #4</vt:lpstr>
      <vt:lpstr>Link-Based Implementations</vt:lpstr>
      <vt:lpstr>Link-Based Implementations</vt:lpstr>
      <vt:lpstr>Link-Based Implementations</vt:lpstr>
      <vt:lpstr>Link-Based Implementations</vt:lpstr>
      <vt:lpstr>Link-Based Implementations</vt:lpstr>
      <vt:lpstr>Link-Based Implementations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Rybarczyk</dc:creator>
  <cp:lastModifiedBy>Ryan Rybarczyk</cp:lastModifiedBy>
  <cp:revision>536</cp:revision>
  <dcterms:created xsi:type="dcterms:W3CDTF">2011-07-22T18:36:28Z</dcterms:created>
  <dcterms:modified xsi:type="dcterms:W3CDTF">2025-10-13T13:09:18Z</dcterms:modified>
</cp:coreProperties>
</file>