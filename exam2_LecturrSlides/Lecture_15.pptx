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1"/>
  </p:notesMasterIdLst>
  <p:sldIdLst>
    <p:sldId id="314" r:id="rId2"/>
    <p:sldId id="341" r:id="rId3"/>
    <p:sldId id="594" r:id="rId4"/>
    <p:sldId id="373" r:id="rId5"/>
    <p:sldId id="591" r:id="rId6"/>
    <p:sldId id="592" r:id="rId7"/>
    <p:sldId id="593" r:id="rId8"/>
    <p:sldId id="590" r:id="rId9"/>
    <p:sldId id="339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53" autoAdjust="0"/>
    <p:restoredTop sz="94660"/>
  </p:normalViewPr>
  <p:slideViewPr>
    <p:cSldViewPr>
      <p:cViewPr varScale="1">
        <p:scale>
          <a:sx n="154" d="100"/>
          <a:sy n="154" d="100"/>
        </p:scale>
        <p:origin x="1866" y="1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ADA500-0D83-4472-8117-89698D861692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E50DD3-B5D8-4C49-8686-233E18939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604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5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615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866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830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02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003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054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946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04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900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475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686DDC-0F8A-4B0B-AEF9-E2022025D4DD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730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5184648"/>
            <a:ext cx="8077200" cy="1673352"/>
          </a:xfrm>
        </p:spPr>
        <p:txBody>
          <a:bodyPr anchor="ctr"/>
          <a:lstStyle/>
          <a:p>
            <a:pPr algn="ctr"/>
            <a:r>
              <a:rPr lang="en-US" dirty="0"/>
              <a:t>Lecture – </a:t>
            </a:r>
            <a:r>
              <a:rPr lang="en-US" dirty="0" smtClean="0"/>
              <a:t>10/27/2025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3910584"/>
            <a:ext cx="8458200" cy="1499616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/>
              <a:t>CS 341 – Advanced Data Structures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228600"/>
            <a:ext cx="38100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3568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artoon a cartoon of a person holding a sign in a pumpkin patch&#10;&#10;Description automatically generated">
            <a:extLst>
              <a:ext uri="{FF2B5EF4-FFF2-40B4-BE49-F238E27FC236}">
                <a16:creationId xmlns:a16="http://schemas.microsoft.com/office/drawing/2014/main" xmlns="" id="{9F09394F-6501-BDBC-10E1-3F994A2017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9428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-1"/>
            <a:ext cx="6859556" cy="6859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921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Assignment #4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Q/A</a:t>
            </a:r>
          </a:p>
        </p:txBody>
      </p:sp>
    </p:spTree>
    <p:extLst>
      <p:ext uri="{BB962C8B-B14F-4D97-AF65-F5344CB8AC3E}">
        <p14:creationId xmlns:p14="http://schemas.microsoft.com/office/powerpoint/2010/main" val="1556839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Array vs. Link-Based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Comparison</a:t>
            </a:r>
          </a:p>
        </p:txBody>
      </p:sp>
    </p:spTree>
    <p:extLst>
      <p:ext uri="{BB962C8B-B14F-4D97-AF65-F5344CB8AC3E}">
        <p14:creationId xmlns:p14="http://schemas.microsoft.com/office/powerpoint/2010/main" val="13210458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Link-Based vs. Array Based</a:t>
            </a:r>
          </a:p>
        </p:txBody>
      </p:sp>
      <p:sp>
        <p:nvSpPr>
          <p:cNvPr id="53250" name="Content Placeholder 5"/>
          <p:cNvSpPr>
            <a:spLocks noGrp="1"/>
          </p:cNvSpPr>
          <p:nvPr>
            <p:ph idx="1"/>
          </p:nvPr>
        </p:nvSpPr>
        <p:spPr>
          <a:xfrm>
            <a:off x="457200" y="1874838"/>
            <a:ext cx="8229600" cy="4251325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Arrays </a:t>
            </a:r>
          </a:p>
          <a:p>
            <a:pPr lvl="1"/>
            <a:r>
              <a:rPr lang="en-US" altLang="en-US" dirty="0"/>
              <a:t>Easy to use – we all know how to use an array.</a:t>
            </a:r>
          </a:p>
          <a:p>
            <a:pPr lvl="1"/>
            <a:r>
              <a:rPr lang="en-US" altLang="en-US" dirty="0"/>
              <a:t>Fixed size – or are they? </a:t>
            </a:r>
            <a:r>
              <a:rPr lang="en-US" altLang="en-US" dirty="0">
                <a:sym typeface="Wingdings" panose="05000000000000000000" pitchFamily="2" charset="2"/>
              </a:rPr>
              <a:t></a:t>
            </a:r>
            <a:endParaRPr lang="en-US" altLang="en-US" dirty="0"/>
          </a:p>
          <a:p>
            <a:pPr lvl="1" eaLnBrk="1" hangingPunct="1"/>
            <a:r>
              <a:rPr lang="en-US" altLang="en-US" dirty="0"/>
              <a:t>Waste of space?</a:t>
            </a:r>
          </a:p>
          <a:p>
            <a:pPr lvl="1" eaLnBrk="1" hangingPunct="1"/>
            <a:r>
              <a:rPr lang="en-US" altLang="en-US" dirty="0"/>
              <a:t>Array could waste space</a:t>
            </a:r>
          </a:p>
          <a:p>
            <a:pPr lvl="1" eaLnBrk="1" hangingPunct="1"/>
            <a:r>
              <a:rPr lang="en-US" altLang="en-US" dirty="0"/>
              <a:t>Dynamic Allocation is costly!</a:t>
            </a:r>
          </a:p>
          <a:p>
            <a:pPr lvl="1" eaLnBrk="1" hangingPunct="1"/>
            <a:r>
              <a:rPr lang="en-US" altLang="en-US" dirty="0"/>
              <a:t>Access = Easy</a:t>
            </a:r>
          </a:p>
          <a:p>
            <a:pPr lvl="1" eaLnBrk="1" hangingPunct="1"/>
            <a:r>
              <a:rPr lang="en-US" altLang="en-US" dirty="0"/>
              <a:t>Small know set = GOOD!</a:t>
            </a:r>
          </a:p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3167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Link-Based vs. Array Based</a:t>
            </a:r>
          </a:p>
        </p:txBody>
      </p:sp>
      <p:sp>
        <p:nvSpPr>
          <p:cNvPr id="54274" name="Content Placeholder 5"/>
          <p:cNvSpPr>
            <a:spLocks noGrp="1"/>
          </p:cNvSpPr>
          <p:nvPr>
            <p:ph idx="1"/>
          </p:nvPr>
        </p:nvSpPr>
        <p:spPr>
          <a:xfrm>
            <a:off x="457200" y="1874838"/>
            <a:ext cx="8229600" cy="4251325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Link-Based</a:t>
            </a:r>
          </a:p>
          <a:p>
            <a:pPr lvl="1"/>
            <a:r>
              <a:rPr lang="en-US" altLang="en-US" dirty="0"/>
              <a:t>No fixed size…in theory.</a:t>
            </a:r>
          </a:p>
          <a:p>
            <a:pPr lvl="1" eaLnBrk="1" hangingPunct="1"/>
            <a:r>
              <a:rPr lang="en-US" altLang="en-US" dirty="0"/>
              <a:t>Next Item/Element</a:t>
            </a:r>
          </a:p>
          <a:p>
            <a:pPr lvl="1" eaLnBrk="1" hangingPunct="1"/>
            <a:r>
              <a:rPr lang="en-US" altLang="en-US" dirty="0"/>
              <a:t>More Memory</a:t>
            </a:r>
          </a:p>
          <a:p>
            <a:pPr lvl="2"/>
            <a:r>
              <a:rPr lang="en-US" altLang="en-US" dirty="0"/>
              <a:t>Why?</a:t>
            </a:r>
          </a:p>
          <a:p>
            <a:pPr lvl="1" eaLnBrk="1" hangingPunct="1"/>
            <a:r>
              <a:rPr lang="en-US" altLang="en-US" dirty="0"/>
              <a:t>Traversals are expensive!</a:t>
            </a:r>
          </a:p>
          <a:p>
            <a:pPr lvl="2"/>
            <a:r>
              <a:rPr lang="en-US" altLang="en-US" dirty="0"/>
              <a:t>Time to access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altLang="en-US" i="1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th</a:t>
            </a:r>
            <a:r>
              <a:rPr lang="en-US" altLang="en-US" i="1" dirty="0"/>
              <a:t> </a:t>
            </a:r>
            <a:r>
              <a:rPr lang="en-US" altLang="en-US" dirty="0"/>
              <a:t>node in a linked chain depends on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</a:p>
          <a:p>
            <a:pPr lvl="1"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6572782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Linked List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Deletion/Removal</a:t>
            </a:r>
          </a:p>
        </p:txBody>
      </p:sp>
    </p:spTree>
    <p:extLst>
      <p:ext uri="{BB962C8B-B14F-4D97-AF65-F5344CB8AC3E}">
        <p14:creationId xmlns:p14="http://schemas.microsoft.com/office/powerpoint/2010/main" val="29089994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035C009-B189-4362-B3B7-7EA766D0D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42118"/>
            <a:ext cx="8229600" cy="5973763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49600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533086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</TotalTime>
  <Words>104</Words>
  <Application>Microsoft Office PowerPoint</Application>
  <PresentationFormat>On-screen Show (4:3)</PresentationFormat>
  <Paragraphs>26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Courier New</vt:lpstr>
      <vt:lpstr>Wingdings</vt:lpstr>
      <vt:lpstr>Office Theme</vt:lpstr>
      <vt:lpstr>Lecture – 10/27/2025</vt:lpstr>
      <vt:lpstr>PowerPoint Presentation</vt:lpstr>
      <vt:lpstr>PowerPoint Presentation</vt:lpstr>
      <vt:lpstr>Assignment #4</vt:lpstr>
      <vt:lpstr>Array vs. Link-Based</vt:lpstr>
      <vt:lpstr>Link-Based vs. Array Based</vt:lpstr>
      <vt:lpstr>Link-Based vs. Array Based</vt:lpstr>
      <vt:lpstr>Linked List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Ryan Rybarczyk</dc:creator>
  <cp:lastModifiedBy>Ryan Rybarczyk</cp:lastModifiedBy>
  <cp:revision>545</cp:revision>
  <dcterms:created xsi:type="dcterms:W3CDTF">2011-07-22T18:36:28Z</dcterms:created>
  <dcterms:modified xsi:type="dcterms:W3CDTF">2025-10-27T02:01:35Z</dcterms:modified>
</cp:coreProperties>
</file>