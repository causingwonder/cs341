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314" r:id="rId2"/>
    <p:sldId id="395" r:id="rId3"/>
    <p:sldId id="506" r:id="rId4"/>
    <p:sldId id="507" r:id="rId5"/>
    <p:sldId id="508" r:id="rId6"/>
    <p:sldId id="509" r:id="rId7"/>
    <p:sldId id="510" r:id="rId8"/>
    <p:sldId id="462" r:id="rId9"/>
    <p:sldId id="50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54" d="100"/>
          <a:sy n="154" d="100"/>
        </p:scale>
        <p:origin x="1926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ADA500-0D83-4472-8117-89698D861692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50DD3-B5D8-4C49-8686-233E18939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04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15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66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830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0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003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054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46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4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00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75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86DDC-0F8A-4B0B-AEF9-E2022025D4D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30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5184648"/>
            <a:ext cx="8077200" cy="1673352"/>
          </a:xfrm>
        </p:spPr>
        <p:txBody>
          <a:bodyPr anchor="ctr"/>
          <a:lstStyle/>
          <a:p>
            <a:pPr algn="ctr"/>
            <a:r>
              <a:rPr lang="en-US" dirty="0"/>
              <a:t>Lecture </a:t>
            </a:r>
            <a:r>
              <a:rPr lang="en-US"/>
              <a:t>– 11/12/2025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910584"/>
            <a:ext cx="8458200" cy="149961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CS 341 – Advanced Data Structures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28600"/>
            <a:ext cx="38100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568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Assignment #5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Q/A</a:t>
            </a:r>
          </a:p>
        </p:txBody>
      </p:sp>
    </p:spTree>
    <p:extLst>
      <p:ext uri="{BB962C8B-B14F-4D97-AF65-F5344CB8AC3E}">
        <p14:creationId xmlns:p14="http://schemas.microsoft.com/office/powerpoint/2010/main" val="1837786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Binary Search Trees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Deletions</a:t>
            </a:r>
          </a:p>
        </p:txBody>
      </p:sp>
    </p:spTree>
    <p:extLst>
      <p:ext uri="{BB962C8B-B14F-4D97-AF65-F5344CB8AC3E}">
        <p14:creationId xmlns:p14="http://schemas.microsoft.com/office/powerpoint/2010/main" val="3960207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A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Removing a Node from a Tree can be just as challenging as Inserting a Node.</a:t>
            </a:r>
          </a:p>
          <a:p>
            <a:pPr lvl="1"/>
            <a:r>
              <a:rPr lang="en-US" dirty="0"/>
              <a:t>In fact it is often times much more difficult!</a:t>
            </a:r>
          </a:p>
          <a:p>
            <a:endParaRPr lang="en-US" dirty="0"/>
          </a:p>
          <a:p>
            <a:r>
              <a:rPr lang="en-US" dirty="0"/>
              <a:t>Three Conditions:</a:t>
            </a:r>
          </a:p>
          <a:p>
            <a:pPr lvl="1"/>
            <a:r>
              <a:rPr lang="en-US" dirty="0"/>
              <a:t>The Node to be deleted is a leaf node.</a:t>
            </a:r>
          </a:p>
          <a:p>
            <a:pPr lvl="1"/>
            <a:r>
              <a:rPr lang="en-US" dirty="0"/>
              <a:t>The Node to be deleted has one child.</a:t>
            </a:r>
          </a:p>
          <a:p>
            <a:pPr lvl="1"/>
            <a:r>
              <a:rPr lang="en-US" dirty="0"/>
              <a:t>The Node to be deleted has two children.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897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A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Leaf Node Deletion:</a:t>
            </a:r>
          </a:p>
          <a:p>
            <a:pPr lvl="1"/>
            <a:r>
              <a:rPr lang="en-US" dirty="0"/>
              <a:t>We just need to change the appropriate child attribute (our pointer) in the Node’s Parent to point to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nullptr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We need to delete said Node from the Heap – to avoid memory leaks.</a:t>
            </a:r>
          </a:p>
          <a:p>
            <a:pPr lvl="2"/>
            <a:r>
              <a:rPr lang="en-US" dirty="0"/>
              <a:t>Each Node should have a Destructor that allows for this removal of the Node from the Tree.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42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A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Child Deletion:</a:t>
            </a:r>
          </a:p>
          <a:p>
            <a:pPr lvl="1"/>
            <a:r>
              <a:rPr lang="en-US" dirty="0"/>
              <a:t>Here we have to manage two connections:</a:t>
            </a:r>
          </a:p>
          <a:p>
            <a:pPr lvl="2"/>
            <a:r>
              <a:rPr lang="en-US" dirty="0"/>
              <a:t>One to the Parent.</a:t>
            </a:r>
          </a:p>
          <a:p>
            <a:pPr lvl="2"/>
            <a:r>
              <a:rPr lang="en-US" dirty="0"/>
              <a:t>One to the Child.</a:t>
            </a:r>
          </a:p>
          <a:p>
            <a:pPr lvl="1"/>
            <a:r>
              <a:rPr lang="en-US" dirty="0"/>
              <a:t>We need to reassign our pointers to move the Child up to the existing Parent Node and link those two together.</a:t>
            </a:r>
          </a:p>
          <a:p>
            <a:pPr lvl="2"/>
            <a:r>
              <a:rPr lang="en-US" dirty="0"/>
              <a:t>Don’t forget to clean up the mess the deleted Node left behind – otherwise, a memory leak!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966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A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Two Children Deletion:</a:t>
            </a:r>
          </a:p>
          <a:p>
            <a:pPr lvl="1"/>
            <a:r>
              <a:rPr lang="en-US" dirty="0"/>
              <a:t>Replace the Node with its </a:t>
            </a:r>
            <a:r>
              <a:rPr lang="en-US" dirty="0" err="1"/>
              <a:t>Inorder</a:t>
            </a:r>
            <a:r>
              <a:rPr lang="en-US" dirty="0"/>
              <a:t> successor.</a:t>
            </a:r>
          </a:p>
          <a:p>
            <a:pPr lvl="2"/>
            <a:r>
              <a:rPr lang="en-US" dirty="0"/>
              <a:t>The Node with the next-highest key (to the deleted node) in the subtree is called its </a:t>
            </a:r>
            <a:r>
              <a:rPr lang="en-US" dirty="0" err="1"/>
              <a:t>Inorder</a:t>
            </a:r>
            <a:r>
              <a:rPr lang="en-US" dirty="0"/>
              <a:t> successor.</a:t>
            </a:r>
          </a:p>
          <a:p>
            <a:pPr lvl="1"/>
            <a:r>
              <a:rPr lang="en-US" dirty="0"/>
              <a:t>To find the successor: </a:t>
            </a:r>
          </a:p>
          <a:p>
            <a:pPr lvl="2"/>
            <a:r>
              <a:rPr lang="en-US" dirty="0"/>
              <a:t>Remove the Node’s Right Child. </a:t>
            </a:r>
          </a:p>
          <a:p>
            <a:pPr lvl="2"/>
            <a:r>
              <a:rPr lang="en-US" dirty="0"/>
              <a:t>Follow the path of Left Children.</a:t>
            </a:r>
          </a:p>
          <a:p>
            <a:pPr lvl="3"/>
            <a:r>
              <a:rPr lang="en-US" dirty="0"/>
              <a:t>The last Left Child in this path is the successor of the original Node.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328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19</a:t>
            </a:r>
          </a:p>
        </p:txBody>
      </p:sp>
    </p:spTree>
    <p:extLst>
      <p:ext uri="{BB962C8B-B14F-4D97-AF65-F5344CB8AC3E}">
        <p14:creationId xmlns:p14="http://schemas.microsoft.com/office/powerpoint/2010/main" val="4088139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035C009-B189-4362-B3B7-7EA766D0D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42118"/>
            <a:ext cx="8229600" cy="5973763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496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771297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6350</TotalTime>
  <Words>279</Words>
  <Application>Microsoft Office PowerPoint</Application>
  <PresentationFormat>On-screen Show (4:3)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Office Theme</vt:lpstr>
      <vt:lpstr>Lecture – 11/12/2025</vt:lpstr>
      <vt:lpstr>Assignment #5</vt:lpstr>
      <vt:lpstr>Binary Search Trees</vt:lpstr>
      <vt:lpstr>Removing A Node</vt:lpstr>
      <vt:lpstr>Removing A Node</vt:lpstr>
      <vt:lpstr>Removing A Node</vt:lpstr>
      <vt:lpstr>Removing A Node</vt:lpstr>
      <vt:lpstr>Red-Black Trees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Rybarczyk</dc:creator>
  <cp:lastModifiedBy>Ryan Rybarczyk</cp:lastModifiedBy>
  <cp:revision>574</cp:revision>
  <dcterms:created xsi:type="dcterms:W3CDTF">2011-07-22T18:36:28Z</dcterms:created>
  <dcterms:modified xsi:type="dcterms:W3CDTF">2025-11-11T02:16:21Z</dcterms:modified>
</cp:coreProperties>
</file>