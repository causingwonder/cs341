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314" r:id="rId2"/>
    <p:sldId id="264" r:id="rId3"/>
    <p:sldId id="557" r:id="rId4"/>
    <p:sldId id="505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49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ADA500-0D83-4472-8117-89698D861692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E50DD3-B5D8-4C49-8686-233E18939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604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615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866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830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0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003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054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946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04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00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475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86DDC-0F8A-4B0B-AEF9-E2022025D4DD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730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5184648"/>
            <a:ext cx="8077200" cy="1673352"/>
          </a:xfrm>
        </p:spPr>
        <p:txBody>
          <a:bodyPr anchor="ctr"/>
          <a:lstStyle/>
          <a:p>
            <a:pPr algn="ctr"/>
            <a:r>
              <a:rPr lang="en-US" dirty="0"/>
              <a:t>Lecture </a:t>
            </a:r>
            <a:r>
              <a:rPr lang="en-US"/>
              <a:t>– 11/17/2025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3910584"/>
            <a:ext cx="8458200" cy="149961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CS 341 – Advanced Data Structures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28600"/>
            <a:ext cx="38100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568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294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Assignment #5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Q/A</a:t>
            </a:r>
          </a:p>
        </p:txBody>
      </p:sp>
    </p:spTree>
    <p:extLst>
      <p:ext uri="{BB962C8B-B14F-4D97-AF65-F5344CB8AC3E}">
        <p14:creationId xmlns:p14="http://schemas.microsoft.com/office/powerpoint/2010/main" val="3150642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5C009-B189-4362-B3B7-7EA766D0D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42118"/>
            <a:ext cx="8229600" cy="5973763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496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771297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6497</TotalTime>
  <Words>16</Words>
  <Application>Microsoft Office PowerPoint</Application>
  <PresentationFormat>On-screen Show (4:3)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Lecture – 11/17/2025</vt:lpstr>
      <vt:lpstr>PowerPoint Presentation</vt:lpstr>
      <vt:lpstr>Assignment #5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Rybarczyk</dc:creator>
  <cp:lastModifiedBy>Ryan Rybarczyk</cp:lastModifiedBy>
  <cp:revision>584</cp:revision>
  <dcterms:created xsi:type="dcterms:W3CDTF">2011-07-22T18:36:28Z</dcterms:created>
  <dcterms:modified xsi:type="dcterms:W3CDTF">2025-11-12T18:14:48Z</dcterms:modified>
</cp:coreProperties>
</file>