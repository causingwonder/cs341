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5"/>
  </p:notesMasterIdLst>
  <p:sldIdLst>
    <p:sldId id="259" r:id="rId2"/>
    <p:sldId id="257" r:id="rId3"/>
    <p:sldId id="258" r:id="rId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1498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ADA500-0D83-4472-8117-89698D861692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E50DD3-B5D8-4C49-8686-233E18939E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604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1107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886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51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7958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314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1372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4146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0330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560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242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094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686DDC-0F8A-4B0B-AEF9-E2022025D4DD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3556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5184648"/>
            <a:ext cx="8077200" cy="1673352"/>
          </a:xfrm>
        </p:spPr>
        <p:txBody>
          <a:bodyPr anchor="ctr"/>
          <a:lstStyle/>
          <a:p>
            <a:pPr algn="ctr"/>
            <a:r>
              <a:rPr lang="en-US" dirty="0"/>
              <a:t>Lecture </a:t>
            </a:r>
            <a:r>
              <a:rPr lang="en-US"/>
              <a:t>– 10/13/2025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" y="3910584"/>
            <a:ext cx="8458200" cy="1499616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/>
              <a:t>CS 341 – Advanced Data Structures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228600"/>
            <a:ext cx="3810000" cy="381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057731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Midterm Exam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10/15/2025</a:t>
            </a:r>
          </a:p>
          <a:p>
            <a:pPr lvl="1"/>
            <a:endParaRPr lang="en-US" dirty="0"/>
          </a:p>
          <a:p>
            <a:r>
              <a:rPr lang="en-US" dirty="0"/>
              <a:t>Format:</a:t>
            </a:r>
          </a:p>
          <a:p>
            <a:pPr lvl="1"/>
            <a:r>
              <a:rPr lang="en-US" dirty="0"/>
              <a:t>True/False (10)</a:t>
            </a:r>
          </a:p>
          <a:p>
            <a:pPr lvl="1"/>
            <a:r>
              <a:rPr lang="en-US" dirty="0"/>
              <a:t>Short Answer (6-8)</a:t>
            </a:r>
          </a:p>
          <a:p>
            <a:pPr lvl="1"/>
            <a:endParaRPr lang="en-US" dirty="0"/>
          </a:p>
          <a:p>
            <a:r>
              <a:rPr lang="en-US" dirty="0"/>
              <a:t>Study Materials</a:t>
            </a:r>
          </a:p>
          <a:p>
            <a:pPr lvl="1"/>
            <a:r>
              <a:rPr lang="en-US" dirty="0"/>
              <a:t>Lecture Slides + Lectures + Text Book</a:t>
            </a:r>
          </a:p>
          <a:p>
            <a:pPr lvl="1"/>
            <a:r>
              <a:rPr lang="en-US" dirty="0"/>
              <a:t>In-Class Exercises</a:t>
            </a:r>
          </a:p>
          <a:p>
            <a:pPr lvl="1"/>
            <a:r>
              <a:rPr lang="en-US" dirty="0"/>
              <a:t>Assignments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37338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457200" y="2819400"/>
            <a:ext cx="8077200" cy="1673352"/>
          </a:xfrm>
        </p:spPr>
        <p:txBody>
          <a:bodyPr/>
          <a:lstStyle/>
          <a:p>
            <a:pPr algn="ctr"/>
            <a:r>
              <a:rPr lang="en-US" dirty="0"/>
              <a:t>Midterm Exam Review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776616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5871</TotalTime>
  <Words>41</Words>
  <Application>Microsoft Office PowerPoint</Application>
  <PresentationFormat>On-screen Show (4:3)</PresentationFormat>
  <Paragraphs>15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Lecture – 10/13/2025</vt:lpstr>
      <vt:lpstr>Midterm Exam</vt:lpstr>
      <vt:lpstr>Midterm Exam Review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Ryan Rybarczyk</dc:creator>
  <cp:lastModifiedBy>Ryan Rybarczyk</cp:lastModifiedBy>
  <cp:revision>601</cp:revision>
  <dcterms:created xsi:type="dcterms:W3CDTF">2011-07-22T18:36:28Z</dcterms:created>
  <dcterms:modified xsi:type="dcterms:W3CDTF">2025-10-08T15:10:10Z</dcterms:modified>
</cp:coreProperties>
</file>