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314" r:id="rId2"/>
    <p:sldId id="521" r:id="rId3"/>
    <p:sldId id="412" r:id="rId4"/>
    <p:sldId id="565" r:id="rId5"/>
    <p:sldId id="566" r:id="rId6"/>
    <p:sldId id="54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9/22/2025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pinimg.com/originals/c8/1b/77/c81b779eb0ad4a4b55e31f92bf392e1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-3110"/>
            <a:ext cx="4572000" cy="684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16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49423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FA4967-8D3A-4529-826B-30DB249436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DA74BE4-BF77-4734-A4F0-B4546A6F9F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28478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FF29-C138-4909-9A38-46D776660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C7901-0170-4096-9956-66D0AF664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Add two (2) more shapes to our existing in-class example. Calculate the area of each.</a:t>
            </a:r>
          </a:p>
          <a:p>
            <a:pPr lvl="1"/>
            <a:r>
              <a:rPr lang="en-US" dirty="0"/>
              <a:t>Triangle</a:t>
            </a:r>
          </a:p>
          <a:p>
            <a:pPr lvl="1"/>
            <a:r>
              <a:rPr lang="en-US" dirty="0"/>
              <a:t>Square</a:t>
            </a:r>
          </a:p>
          <a:p>
            <a:pPr lvl="1"/>
            <a:endParaRPr lang="en-US" dirty="0"/>
          </a:p>
          <a:p>
            <a:r>
              <a:rPr lang="en-US" dirty="0"/>
              <a:t>You will need to leverage all four (4) pillars of the OO paradigm to accomplish this.</a:t>
            </a:r>
          </a:p>
          <a:p>
            <a:pPr lvl="1"/>
            <a:r>
              <a:rPr lang="en-US" dirty="0"/>
              <a:t>Emphasis:</a:t>
            </a:r>
          </a:p>
          <a:p>
            <a:pPr lvl="2"/>
            <a:r>
              <a:rPr lang="en-US" dirty="0"/>
              <a:t>Inheritance</a:t>
            </a:r>
          </a:p>
          <a:p>
            <a:pPr lvl="2"/>
            <a:r>
              <a:rPr lang="en-US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6391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102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5686</TotalTime>
  <Words>65</Words>
  <Application>Microsoft Office PowerPoint</Application>
  <PresentationFormat>On-screen Show (4:3)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Lecture – 9/22/2025</vt:lpstr>
      <vt:lpstr>PowerPoint Presentation</vt:lpstr>
      <vt:lpstr>Assignment #2</vt:lpstr>
      <vt:lpstr>Polymorphism</vt:lpstr>
      <vt:lpstr>In-Class Exercise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467</cp:revision>
  <dcterms:created xsi:type="dcterms:W3CDTF">2011-07-22T18:36:28Z</dcterms:created>
  <dcterms:modified xsi:type="dcterms:W3CDTF">2025-09-22T17:45:06Z</dcterms:modified>
</cp:coreProperties>
</file>