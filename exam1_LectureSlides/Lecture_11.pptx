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314" r:id="rId2"/>
    <p:sldId id="376" r:id="rId3"/>
    <p:sldId id="33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57" r:id="rId23"/>
    <p:sldId id="315" r:id="rId24"/>
    <p:sldId id="336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>
      <p:cViewPr varScale="1">
        <p:scale>
          <a:sx n="79" d="100"/>
          <a:sy n="79" d="100"/>
        </p:scale>
        <p:origin x="146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</a:t>
            </a:r>
            <a:r>
              <a:rPr lang="en-US"/>
              <a:t>– 10/6/2025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#2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3291384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4FE363-D763-4614-8A4C-EF6BD13E9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#3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C2F4BF4-24FC-413A-A14A-B201A789A0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0427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797175"/>
            <a:ext cx="7772400" cy="1470025"/>
          </a:xfrm>
        </p:spPr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7948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Integer types such as the familiar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) are machine dependent. </a:t>
            </a:r>
          </a:p>
          <a:p>
            <a:pPr lvl="1"/>
            <a:r>
              <a:rPr lang="en-US" dirty="0"/>
              <a:t>One machine may give a size of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to be four (4) bytes while another machine may give it a size of two (2) bytes.</a:t>
            </a:r>
          </a:p>
          <a:p>
            <a:pPr lvl="2"/>
            <a:r>
              <a:rPr lang="en-US" dirty="0"/>
              <a:t>Most machines can handle this but what if you had limited storage available and space was a premium?</a:t>
            </a:r>
          </a:p>
        </p:txBody>
      </p:sp>
    </p:spTree>
    <p:extLst>
      <p:ext uri="{BB962C8B-B14F-4D97-AF65-F5344CB8AC3E}">
        <p14:creationId xmlns:p14="http://schemas.microsoft.com/office/powerpoint/2010/main" val="4107757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can use logical operators – think of the first time you saw truth tables…</a:t>
            </a:r>
          </a:p>
          <a:p>
            <a:endParaRPr lang="en-US" dirty="0"/>
          </a:p>
          <a:p>
            <a:r>
              <a:rPr lang="en-US" dirty="0"/>
              <a:t>We can model this relationship based upon logical operators.</a:t>
            </a:r>
          </a:p>
          <a:p>
            <a:pPr lvl="1"/>
            <a:r>
              <a:rPr lang="en-US" dirty="0"/>
              <a:t>AND</a:t>
            </a:r>
          </a:p>
          <a:p>
            <a:pPr lvl="1"/>
            <a:r>
              <a:rPr lang="en-US" dirty="0"/>
              <a:t>OR</a:t>
            </a:r>
          </a:p>
          <a:p>
            <a:pPr lvl="1"/>
            <a:r>
              <a:rPr lang="en-US" dirty="0"/>
              <a:t>XOR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7913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307" y="1600200"/>
            <a:ext cx="651738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95400" y="6705600"/>
            <a:ext cx="70104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Source: https://images2.roomstogo.com/is/image/roomstogo/dr_tbl_42116891_sutterplace_brown_cherry~Sutter-Place-Brown-Cherry-Dining-Table.jpeg?$PDP_Primary_936x650$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D9E93ADD-8444-4EDE-A5BB-900549348167}"/>
              </a:ext>
            </a:extLst>
          </p:cNvPr>
          <p:cNvSpPr/>
          <p:nvPr/>
        </p:nvSpPr>
        <p:spPr>
          <a:xfrm>
            <a:off x="6874574" y="533400"/>
            <a:ext cx="2269426" cy="1325562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am truthful: 1 == 0001</a:t>
            </a:r>
          </a:p>
        </p:txBody>
      </p:sp>
    </p:spTree>
    <p:extLst>
      <p:ext uri="{BB962C8B-B14F-4D97-AF65-F5344CB8AC3E}">
        <p14:creationId xmlns:p14="http://schemas.microsoft.com/office/powerpoint/2010/main" val="1055286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 Manipulation:</a:t>
            </a:r>
          </a:p>
          <a:p>
            <a:pPr lvl="1"/>
            <a:r>
              <a:rPr lang="en-US" dirty="0"/>
              <a:t>Bitwise AND (&amp;)</a:t>
            </a:r>
          </a:p>
          <a:p>
            <a:pPr lvl="1"/>
            <a:r>
              <a:rPr lang="en-US" dirty="0"/>
              <a:t>Bitwise Inclusive OR (|)</a:t>
            </a:r>
          </a:p>
          <a:p>
            <a:pPr lvl="1"/>
            <a:r>
              <a:rPr lang="en-US" dirty="0"/>
              <a:t>Bitwise Exclusive OR (^)</a:t>
            </a:r>
          </a:p>
          <a:p>
            <a:pPr lvl="1"/>
            <a:r>
              <a:rPr lang="en-US" dirty="0"/>
              <a:t>One’s Complement (~)</a:t>
            </a:r>
          </a:p>
          <a:p>
            <a:pPr lvl="1"/>
            <a:endParaRPr lang="en-US" dirty="0"/>
          </a:p>
          <a:p>
            <a:r>
              <a:rPr lang="en-US" dirty="0"/>
              <a:t>The first three are binary operators - the one’s complement is a unary operator.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997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start with AND…</a:t>
            </a:r>
          </a:p>
          <a:p>
            <a:pPr lvl="1"/>
            <a:r>
              <a:rPr lang="en-US" dirty="0"/>
              <a:t>Better yet go read my clock in my office.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Let’s assume we have two unsigned integers: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= 87;	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y = 15;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207683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binary representation of these two numbers:</a:t>
            </a:r>
          </a:p>
          <a:p>
            <a:endParaRPr lang="en-US" dirty="0"/>
          </a:p>
          <a:p>
            <a:r>
              <a:rPr lang="en-US" dirty="0"/>
              <a:t>15</a:t>
            </a:r>
          </a:p>
          <a:p>
            <a:pPr lvl="1"/>
            <a:r>
              <a:rPr lang="en-US" dirty="0"/>
              <a:t>0000 0000 0000 1111</a:t>
            </a:r>
          </a:p>
          <a:p>
            <a:pPr lvl="1"/>
            <a:endParaRPr lang="en-US" dirty="0"/>
          </a:p>
          <a:p>
            <a:r>
              <a:rPr lang="en-US" dirty="0"/>
              <a:t>87</a:t>
            </a:r>
          </a:p>
          <a:p>
            <a:pPr lvl="1"/>
            <a:r>
              <a:rPr lang="en-US"/>
              <a:t>0000 0000 0101 </a:t>
            </a:r>
            <a:r>
              <a:rPr lang="en-US" dirty="0"/>
              <a:t>0111</a:t>
            </a:r>
          </a:p>
        </p:txBody>
      </p:sp>
    </p:spTree>
    <p:extLst>
      <p:ext uri="{BB962C8B-B14F-4D97-AF65-F5344CB8AC3E}">
        <p14:creationId xmlns:p14="http://schemas.microsoft.com/office/powerpoint/2010/main" val="3321633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if we perform the following </a:t>
            </a:r>
            <a:r>
              <a:rPr lang="en-US"/>
              <a:t>bitwise operation: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&amp; 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470793"/>
          <a:ext cx="8001000" cy="263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748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int x = 15;	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int y = 87;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int z(0);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z = x &amp; y;         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std::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AND: " &lt;&lt; z &lt;&lt; std::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9627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if we perform the following bitwise operation: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| 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470793"/>
          <a:ext cx="8001000" cy="263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9080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= 15;	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y = 87;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z = x | y;         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OR: " &lt;&lt; z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5817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if we perform the following bitwise operation: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^ 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470793"/>
          <a:ext cx="8001000" cy="263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546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= 15;	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y = 87;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z = x ^ y;         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XOR: " &lt;&lt; z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3811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if we perform the following bitwise operation: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~x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470793"/>
          <a:ext cx="8001000" cy="1757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342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 = 15;	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y = 87;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z = ~x;           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1’s Compliment: " &lt;&lt; z &lt;&lt;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1086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Shift Operator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Shifts the bits to the left by the number of positions specified by expression.</a:t>
            </a:r>
          </a:p>
          <a:p>
            <a:endParaRPr lang="en-US" dirty="0"/>
          </a:p>
          <a:p>
            <a:r>
              <a:rPr lang="en-US" dirty="0"/>
              <a:t>Right Shift Operator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Shifts the bits to the right by the number of positions specified by expression.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570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 = 1;	  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z = x &lt;&lt; 2;           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Left Shift: " &lt;&lt; z &lt;&lt;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3118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 = 8;	  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z = x &gt;&gt; 2;           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Right Shift: " &lt;&lt; z &lt;&lt;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2283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Bit Set: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bitset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5715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char x = 8;	  	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char z;</a:t>
            </a:r>
          </a:p>
          <a:p>
            <a:pPr marL="0" indent="0"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z = x &gt;&gt; 2;             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Right Shift: " &lt;&lt;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bitset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&lt;8&gt;(z) &lt;&lt;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2421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Example</a:t>
            </a:r>
          </a:p>
        </p:txBody>
      </p:sp>
    </p:spTree>
    <p:extLst>
      <p:ext uri="{BB962C8B-B14F-4D97-AF65-F5344CB8AC3E}">
        <p14:creationId xmlns:p14="http://schemas.microsoft.com/office/powerpoint/2010/main" val="2274227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29102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5432</TotalTime>
  <Words>907</Words>
  <Application>Microsoft Office PowerPoint</Application>
  <PresentationFormat>On-screen Show (4:3)</PresentationFormat>
  <Paragraphs>269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Lecture – 10/6/2025</vt:lpstr>
      <vt:lpstr>Assignment #2</vt:lpstr>
      <vt:lpstr>Assignment #3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</cp:lastModifiedBy>
  <cp:revision>503</cp:revision>
  <dcterms:created xsi:type="dcterms:W3CDTF">2011-07-22T18:36:28Z</dcterms:created>
  <dcterms:modified xsi:type="dcterms:W3CDTF">2025-10-06T15:00:23Z</dcterms:modified>
</cp:coreProperties>
</file>